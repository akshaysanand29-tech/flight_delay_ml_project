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Optimization in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Improving Query Performance Using Rules-of-Thumb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Heuristic Optimization?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Rule-based approach to improve SQL performance</a:t>
            </a:r>
          </a:p>
          <a:p>
            <a:r>
              <a:t>- Uses proven strategies instead of testing all plans</a:t>
            </a:r>
          </a:p>
          <a:p>
            <a:r>
              <a:t>- Common heuristics:</a:t>
            </a:r>
          </a:p>
          <a:p>
            <a:r>
              <a:t>  1. Predicate Pushdown</a:t>
            </a:r>
          </a:p>
          <a:p>
            <a:r>
              <a:t>  2. Projection Pushdown</a:t>
            </a:r>
          </a:p>
          <a:p>
            <a:r>
              <a:t>  3. Join Ordering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 Pushdown – Filtering Early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Example:</a:t>
            </a:r>
          </a:p>
          <a:p>
            <a:r>
              <a:rPr dirty="0"/>
              <a:t>SELECT e.name FROM Employee e JOIN Department d ON </a:t>
            </a:r>
            <a:r>
              <a:rPr dirty="0" err="1"/>
              <a:t>e.dept_id</a:t>
            </a:r>
            <a:r>
              <a:rPr dirty="0"/>
              <a:t> = d.id WHERE </a:t>
            </a:r>
            <a:r>
              <a:rPr dirty="0" err="1"/>
              <a:t>d.location</a:t>
            </a:r>
            <a:r>
              <a:rPr dirty="0"/>
              <a:t> = 'Mumbai';</a:t>
            </a:r>
          </a:p>
          <a:p>
            <a:endParaRPr dirty="0"/>
          </a:p>
          <a:p>
            <a:r>
              <a:rPr dirty="0"/>
              <a:t>Unoptimized ❌:</a:t>
            </a:r>
          </a:p>
          <a:p>
            <a:r>
              <a:rPr dirty="0"/>
              <a:t>- Join all employees with all departments first</a:t>
            </a:r>
          </a:p>
          <a:p>
            <a:r>
              <a:rPr dirty="0"/>
              <a:t>- Filter later (50,000 rows → 2,000 rows)</a:t>
            </a:r>
          </a:p>
          <a:p>
            <a:endParaRPr dirty="0"/>
          </a:p>
          <a:p>
            <a:r>
              <a:rPr dirty="0"/>
              <a:t>Optimized ✔:</a:t>
            </a:r>
          </a:p>
          <a:p>
            <a:r>
              <a:rPr dirty="0"/>
              <a:t>- Filter Department first (2,000 rows)</a:t>
            </a:r>
          </a:p>
          <a:p>
            <a:r>
              <a:rPr dirty="0"/>
              <a:t>- Join only these row</a:t>
            </a:r>
          </a:p>
          <a:p>
            <a:endParaRPr dirty="0"/>
          </a:p>
          <a:p>
            <a:r>
              <a:rPr dirty="0"/>
              <a:t>Tip: Filter data early to reduce rows before joining.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Projection Pushdown – Selecting Only Needed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Example:</a:t>
            </a:r>
          </a:p>
          <a:p>
            <a:r>
              <a:rPr dirty="0"/>
              <a:t>SELECT e.name, </a:t>
            </a:r>
            <a:r>
              <a:rPr dirty="0" err="1"/>
              <a:t>d.department_name</a:t>
            </a:r>
            <a:r>
              <a:rPr dirty="0"/>
              <a:t> FROM Employee e JOIN Department d ON </a:t>
            </a:r>
            <a:r>
              <a:rPr dirty="0" err="1"/>
              <a:t>e.dept_id</a:t>
            </a:r>
            <a:r>
              <a:rPr dirty="0"/>
              <a:t> = d.id;</a:t>
            </a:r>
          </a:p>
          <a:p>
            <a:endParaRPr dirty="0"/>
          </a:p>
          <a:p>
            <a:r>
              <a:rPr dirty="0"/>
              <a:t>Unoptimized ❌:</a:t>
            </a:r>
          </a:p>
          <a:p>
            <a:r>
              <a:rPr dirty="0"/>
              <a:t>- Join all 20 columns (Employee 12 + Department 8)</a:t>
            </a:r>
          </a:p>
          <a:p>
            <a:endParaRPr dirty="0"/>
          </a:p>
          <a:p>
            <a:r>
              <a:rPr dirty="0"/>
              <a:t>Optimized ✔:</a:t>
            </a:r>
          </a:p>
          <a:p>
            <a:r>
              <a:rPr dirty="0"/>
              <a:t>- Keep only needed columns</a:t>
            </a:r>
          </a:p>
          <a:p>
            <a:r>
              <a:rPr dirty="0"/>
              <a:t>  - Employee: name, </a:t>
            </a:r>
            <a:r>
              <a:rPr dirty="0" err="1"/>
              <a:t>dept_id</a:t>
            </a:r>
            <a:endParaRPr dirty="0"/>
          </a:p>
          <a:p>
            <a:r>
              <a:rPr dirty="0"/>
              <a:t>  - Department: id, </a:t>
            </a:r>
            <a:r>
              <a:rPr dirty="0" err="1"/>
              <a:t>department_name</a:t>
            </a:r>
            <a:endParaRPr dirty="0"/>
          </a:p>
          <a:p>
            <a:endParaRPr dirty="0"/>
          </a:p>
          <a:p>
            <a:r>
              <a:rPr dirty="0"/>
              <a:t>Benefit: Smaller rows, faster joins, less memory</a:t>
            </a:r>
          </a:p>
          <a:p>
            <a:r>
              <a:rPr dirty="0"/>
              <a:t>Tip: Remove unused columns early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Ordering – Smallest Tables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Tables:</a:t>
            </a:r>
          </a:p>
          <a:p>
            <a:r>
              <a:rPr dirty="0"/>
              <a:t>- A: 1,000,000 rows</a:t>
            </a:r>
          </a:p>
          <a:p>
            <a:r>
              <a:rPr dirty="0"/>
              <a:t>- B: 10,000 rows</a:t>
            </a:r>
          </a:p>
          <a:p>
            <a:r>
              <a:rPr dirty="0"/>
              <a:t>- C: 500 → after filtering 50 rows</a:t>
            </a:r>
          </a:p>
          <a:p>
            <a:endParaRPr dirty="0"/>
          </a:p>
          <a:p>
            <a:r>
              <a:rPr dirty="0"/>
              <a:t>Unoptimized ❌: (A ⋈ B) ⋈ C → huge intermediate result</a:t>
            </a:r>
          </a:p>
          <a:p>
            <a:r>
              <a:rPr dirty="0"/>
              <a:t>Optimized ✔: (B ⋈ </a:t>
            </a:r>
            <a:r>
              <a:rPr dirty="0" err="1"/>
              <a:t>C_filtered</a:t>
            </a:r>
            <a:r>
              <a:rPr dirty="0"/>
              <a:t>) ⋈ A → smaller intermediate </a:t>
            </a:r>
            <a:r>
              <a:rPr dirty="0" err="1"/>
              <a:t>resul</a:t>
            </a:r>
            <a:r>
              <a:rPr lang="en-IN" dirty="0"/>
              <a:t>t</a:t>
            </a:r>
            <a:endParaRPr dirty="0"/>
          </a:p>
          <a:p>
            <a:endParaRPr dirty="0"/>
          </a:p>
          <a:p>
            <a:r>
              <a:rPr dirty="0"/>
              <a:t>Tip: Join smaller tables first to improve speed and reduce memory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Example – Predicate Pushdown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60523"/>
          </a:xfrm>
        </p:spPr>
        <p:txBody>
          <a:bodyPr>
            <a:normAutofit/>
          </a:bodyPr>
          <a:lstStyle/>
          <a:p>
            <a:r>
              <a:rPr sz="2000" dirty="0"/>
              <a:t>- Department Table: 50,000 rows</a:t>
            </a:r>
          </a:p>
          <a:p>
            <a:r>
              <a:rPr sz="2000" dirty="0"/>
              <a:t>- Mumbai rows: 2,000</a:t>
            </a:r>
          </a:p>
          <a:p>
            <a:endParaRPr sz="2000" dirty="0"/>
          </a:p>
          <a:p>
            <a:r>
              <a:rPr sz="2000" dirty="0"/>
              <a:t>❌ Join all 50,000 rows → slow</a:t>
            </a:r>
          </a:p>
          <a:p>
            <a:r>
              <a:rPr sz="2000" dirty="0"/>
              <a:t>✔ Filter first → join only 2,000 rows → fa</a:t>
            </a:r>
            <a:r>
              <a:rPr lang="en-IN" sz="2000" dirty="0"/>
              <a:t>s</a:t>
            </a:r>
            <a:r>
              <a:rPr sz="2000" dirty="0" err="1"/>
              <a:t>te</a:t>
            </a:r>
            <a:r>
              <a:rPr lang="en-IN" sz="2000" dirty="0"/>
              <a:t>r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49994"/>
          </a:xfrm>
        </p:spPr>
        <p:txBody>
          <a:bodyPr/>
          <a:lstStyle/>
          <a:p>
            <a:r>
              <a:rPr dirty="0"/>
              <a:t>- Heuristic Optimization = rule-based query tuning</a:t>
            </a:r>
          </a:p>
          <a:p>
            <a:r>
              <a:rPr dirty="0"/>
              <a:t>- Push </a:t>
            </a:r>
            <a:r>
              <a:rPr dirty="0" err="1"/>
              <a:t>dow</a:t>
            </a:r>
            <a:r>
              <a:rPr lang="en-IN" dirty="0"/>
              <a:t>n</a:t>
            </a:r>
            <a:r>
              <a:rPr dirty="0"/>
              <a:t> filters and projections early</a:t>
            </a:r>
          </a:p>
          <a:p>
            <a:r>
              <a:rPr dirty="0"/>
              <a:t>- Join small tables first</a:t>
            </a:r>
          </a:p>
          <a:p>
            <a:r>
              <a:rPr dirty="0"/>
              <a:t>- Reduces rows, columns, and intermediate results → faster </a:t>
            </a:r>
            <a:r>
              <a:rPr lang="en-IN" dirty="0"/>
              <a:t>queries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366</Words>
  <Application>Microsoft Office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Heuristic Optimization in SQL Queries</vt:lpstr>
      <vt:lpstr>What is Heuristic Optimization?</vt:lpstr>
      <vt:lpstr>Predicate Pushdown – Filtering Early</vt:lpstr>
      <vt:lpstr>Projection Pushdown – Selecting Only Needed Columns</vt:lpstr>
      <vt:lpstr>Join Ordering – Smallest Tables First</vt:lpstr>
      <vt:lpstr>Data Example – Predicate Pushdown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S Anand</cp:lastModifiedBy>
  <cp:revision>2</cp:revision>
  <dcterms:created xsi:type="dcterms:W3CDTF">2013-01-27T09:14:16Z</dcterms:created>
  <dcterms:modified xsi:type="dcterms:W3CDTF">2025-11-22T13:20:35Z</dcterms:modified>
  <cp:category/>
</cp:coreProperties>
</file>